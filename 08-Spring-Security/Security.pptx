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1C619-659A-4F59-AC7E-E22840BCDA33}" v="9" dt="2022-12-19T00:02:55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 showGuide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btay Shalem" userId="66e1f221-167e-42a1-ab35-ae7334e3b63f" providerId="ADAL" clId="{0531C619-659A-4F59-AC7E-E22840BCDA33}"/>
    <pc:docChg chg="custSel modMainMaster">
      <pc:chgData name="Shabtay Shalem" userId="66e1f221-167e-42a1-ab35-ae7334e3b63f" providerId="ADAL" clId="{0531C619-659A-4F59-AC7E-E22840BCDA33}" dt="2022-12-19T00:02:55.626" v="30"/>
      <pc:docMkLst>
        <pc:docMk/>
      </pc:docMkLst>
      <pc:sldMasterChg chg="addSp modSp mod">
        <pc:chgData name="Shabtay Shalem" userId="66e1f221-167e-42a1-ab35-ae7334e3b63f" providerId="ADAL" clId="{0531C619-659A-4F59-AC7E-E22840BCDA33}" dt="2022-12-19T00:02:55.626" v="30"/>
        <pc:sldMasterMkLst>
          <pc:docMk/>
          <pc:sldMasterMk cId="1164929714" sldId="2147483648"/>
        </pc:sldMasterMkLst>
        <pc:spChg chg="add mod ord modVis">
          <ac:chgData name="Shabtay Shalem" userId="66e1f221-167e-42a1-ab35-ae7334e3b63f" providerId="ADAL" clId="{0531C619-659A-4F59-AC7E-E22840BCDA33}" dt="2022-12-19T00:02:55.626" v="30"/>
          <ac:spMkLst>
            <pc:docMk/>
            <pc:sldMasterMk cId="1164929714" sldId="2147483648"/>
            <ac:spMk id="7" creationId="{301E2244-036C-431A-A644-1C4D02F8E5C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A715A-4E3D-47D0-A386-7DBD8CC75CAA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CA59B-B642-4ED7-B3DB-3E874069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2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CA59B-B642-4ED7-B3DB-3E8740693B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5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986473-48FF-48D2-BE87-8E6EF1DE5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4E5E0FE-6852-4CAB-B62E-982090E13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AD77F6-FA2D-48AC-A2E1-97A3C253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06C71EF-5AB6-482F-82DD-661F92C0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5B588E1-4B96-4D36-ABFE-54B52132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F0529E-423B-4047-9641-A0394321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75E3BE1-1952-422C-8C38-09A610ED5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4F9D89-0318-45AB-8EF4-E4DBA4A04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C2FA9B-8333-4AC8-B604-6DA7FF61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DF7D1F3-52D2-4029-B862-10440113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7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A45855-39EF-47A0-A504-C639015C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98B8D24-F025-4281-B9EF-271FEE07F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4167402-33D3-402F-9A4F-0CC943C3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406ADB-3CD4-4A9F-8E63-00F73D91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F6385E-3E04-47C6-9AF2-E7AB2D90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5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6CCC0B-9F72-4E67-83AA-7B36B196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B63006-8859-4E31-9A7B-732066FD2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D54DF68-216B-42C3-9256-63ADC1AA0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F8CB3C2-36F1-4E0E-87E4-722E0A2B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7A426AA-98E5-4C32-BD26-67433988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EF93DAC-53DB-48BB-8C16-55372696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5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5ED9B5-95EB-42C7-9485-646F7595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33D3E70-C817-4747-B196-2EE7F616E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9E43232-D7AE-4CEA-B0CD-A62351B13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1BF8678-D57B-4B16-AA25-CD85B19E1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DCBE630-179A-4327-878B-384746728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E532529C-12B5-4D3A-A59C-5829E7D4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40F80FF-DCE0-4C7C-8044-57BFC37C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8F2F391-E1E7-4833-9AFF-E9A7A612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1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20F39E-D600-4EF7-8592-B5B8CA1F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5CB6ADA-F787-43FE-AC74-6E61D078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EDD119A-D885-4E6D-A0EF-6EA781CC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E921555-C8FE-4D6F-9562-9BF9FC73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53558C2-1A82-4EF4-8BAA-76470881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9F012A8-7436-429E-8F24-73C22C8E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C8E85BE-B27C-485C-B2B0-085F09F7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EB7628-37D5-483E-BF2D-227BF43C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A4EEEF-9654-4C68-98D6-223555EE5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0DA8380-51B0-4F28-85FC-067FB8CF1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43A1E1A-A745-4419-94DF-F1664473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E7AF249-9AA1-4A7B-ABEC-1DA340BA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1A5C071-8445-4D81-8E03-FE52BB46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5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3F1C17-470B-42F4-9A17-35826AA0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845AFDA6-55BA-4CCC-A3D1-0D28903D9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2A2F931-34E2-4203-BC74-DBEDFA5F7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AAC29A3-3865-4E50-8B48-16A0F74C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DC00C21-8A04-424A-8FA8-1ECDEB8C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2CD0FE-C8F0-4EAA-94BC-6E82306B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4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B4BF2C-5868-4FE8-A0A8-0C99FC85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08961FA-067D-4E13-AEE4-DEB564415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A3B194-BC00-4F26-B44D-AE804D4EE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DF11C2-1180-4F31-81D4-FA146263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8B629C9-776A-494E-89FD-1C76FE33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0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0D0F334-FD00-46CD-A061-98BDFB571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FEBB3B4-1969-4250-84C3-4B5990EF6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B3F33DF-0039-4597-9B92-BE74F88D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09961BE-F2FE-448E-9C62-B734E083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7319AA-624B-41FF-A3D7-333FA6DA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6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40A7DD8-7706-4514-90E2-C24E40A9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81306D-1561-42BE-A13B-EA5C01B08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7FBF928-F762-45BA-8F1B-7BF281188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0471C-15C6-430F-A1D2-F5E2439A92BD}" type="datetimeFigureOut">
              <a:rPr lang="en-US" smtClean="0"/>
              <a:t>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E2224F-E8B6-4AA6-A581-266221933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6D3250F-2726-4163-8DC1-97CCB3BC9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D2F4E-554E-4B5B-B2B5-78CBA8795B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1596673254,&quot;Placement&quot;:&quot;Footer&quot;,&quot;Top&quot;:524.1047,&quot;Left&quot;:923.827,&quot;SlideWidth&quot;:960,&quot;SlideHeight&quot;:540}">
            <a:extLst>
              <a:ext uri="{FF2B5EF4-FFF2-40B4-BE49-F238E27FC236}">
                <a16:creationId xmlns="" xmlns:a16="http://schemas.microsoft.com/office/drawing/2014/main" id="{301E2244-036C-431A-A644-1C4D02F8E5C7}"/>
              </a:ext>
            </a:extLst>
          </p:cNvPr>
          <p:cNvSpPr txBox="1"/>
          <p:nvPr userDrawn="1"/>
        </p:nvSpPr>
        <p:spPr>
          <a:xfrm>
            <a:off x="11732603" y="6656129"/>
            <a:ext cx="459397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16492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244288" y="1902972"/>
            <a:ext cx="1697723" cy="24423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0" name="Flowchart: Magnetic Disk 29"/>
          <p:cNvSpPr/>
          <p:nvPr/>
        </p:nvSpPr>
        <p:spPr>
          <a:xfrm>
            <a:off x="9728811" y="5136574"/>
            <a:ext cx="388759" cy="228032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sz="9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4834" y="2200340"/>
            <a:ext cx="1505257" cy="24143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FF"/>
                </a:solidFill>
              </a:rPr>
              <a:t>filters</a:t>
            </a:r>
            <a:endParaRPr lang="en-US" sz="1000" dirty="0">
              <a:solidFill>
                <a:srgbClr val="0000FF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14834" y="2739141"/>
            <a:ext cx="1505257" cy="62687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FF"/>
                </a:solidFill>
              </a:rPr>
              <a:t>DelegatingFilterProxy</a:t>
            </a:r>
          </a:p>
          <a:p>
            <a:pPr algn="ctr"/>
            <a:endParaRPr lang="en-US" sz="1000" dirty="0">
              <a:solidFill>
                <a:srgbClr val="0000FF"/>
              </a:solidFill>
            </a:endParaRPr>
          </a:p>
          <a:p>
            <a:pPr algn="ctr"/>
            <a:endParaRPr lang="en-US" sz="1000" dirty="0">
              <a:solidFill>
                <a:srgbClr val="0000FF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2246" y="3050273"/>
            <a:ext cx="1150431" cy="28766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00FF"/>
                </a:solidFill>
              </a:rPr>
              <a:t>FilterChainProxy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834" y="3587358"/>
            <a:ext cx="1505257" cy="24143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FF"/>
                </a:solidFill>
              </a:rPr>
              <a:t>filters</a:t>
            </a:r>
            <a:endParaRPr lang="en-US" sz="1000" dirty="0">
              <a:solidFill>
                <a:srgbClr val="0000FF"/>
              </a:solidFill>
            </a:endParaRPr>
          </a:p>
        </p:txBody>
      </p:sp>
      <p:sp>
        <p:nvSpPr>
          <p:cNvPr id="38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2386598" y="3000048"/>
            <a:ext cx="1419048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FFFF00"/>
                </a:solidFill>
              </a:rPr>
              <a:t>SecurityFilterChain</a:t>
            </a:r>
            <a:endParaRPr lang="en-US" sz="1000" dirty="0">
              <a:solidFill>
                <a:srgbClr val="FFFF00"/>
              </a:solidFill>
            </a:endParaRPr>
          </a:p>
        </p:txBody>
      </p:sp>
      <p:sp>
        <p:nvSpPr>
          <p:cNvPr id="39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9074331" y="3000048"/>
            <a:ext cx="1697723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AuthenticationProvider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6357705" y="2193577"/>
            <a:ext cx="1454105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AuthenticationManager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1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6357705" y="3000048"/>
            <a:ext cx="1454105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ProviderManager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4258940" y="3000048"/>
            <a:ext cx="1654178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JwtAuthenticationFilter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4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8570960" y="3533195"/>
            <a:ext cx="2704459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AbstractUserDetailsAuthenticationProvider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5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9074331" y="4070280"/>
            <a:ext cx="1697723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DaoAuthenticationProvider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6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9074331" y="4603427"/>
            <a:ext cx="1697723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UserDetailsService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4250233" y="2193577"/>
            <a:ext cx="1654179" cy="248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00"/>
                </a:solidFill>
              </a:rPr>
              <a:t>SecurityContextHolder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9911022" y="4851623"/>
            <a:ext cx="0" cy="28495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9924977" y="4318476"/>
            <a:ext cx="0" cy="28495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9908455" y="3785329"/>
            <a:ext cx="0" cy="28495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9923190" y="3248244"/>
            <a:ext cx="0" cy="28495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8" idx="1"/>
          </p:cNvCxnSpPr>
          <p:nvPr/>
        </p:nvCxnSpPr>
        <p:spPr>
          <a:xfrm flipH="1">
            <a:off x="1942011" y="3124146"/>
            <a:ext cx="444587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3805646" y="3126269"/>
            <a:ext cx="444587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5913118" y="3139332"/>
            <a:ext cx="444587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811811" y="3139332"/>
            <a:ext cx="126252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49" idx="2"/>
          </p:cNvCxnSpPr>
          <p:nvPr/>
        </p:nvCxnSpPr>
        <p:spPr>
          <a:xfrm flipV="1">
            <a:off x="5077095" y="2441773"/>
            <a:ext cx="228" cy="55827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7084757" y="2441772"/>
            <a:ext cx="228" cy="55827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99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2949756" y="1917013"/>
            <a:ext cx="1099730" cy="236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Client</a:t>
            </a:r>
            <a:endParaRPr lang="en-US" sz="1400" b="1" dirty="0"/>
          </a:p>
        </p:txBody>
      </p:sp>
      <p:sp>
        <p:nvSpPr>
          <p:cNvPr id="2" name="Rectangle 1"/>
          <p:cNvSpPr/>
          <p:nvPr/>
        </p:nvSpPr>
        <p:spPr>
          <a:xfrm>
            <a:off x="3640404" y="296092"/>
            <a:ext cx="4171406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Refresh Token</a:t>
            </a:r>
            <a:endParaRPr lang="en-US" sz="4000" dirty="0"/>
          </a:p>
        </p:txBody>
      </p:sp>
      <p:sp>
        <p:nvSpPr>
          <p:cNvPr id="28" name="Rectangle: Rounded Corners 9">
            <a:extLst>
              <a:ext uri="{FF2B5EF4-FFF2-40B4-BE49-F238E27FC236}">
                <a16:creationId xmlns="" xmlns:a16="http://schemas.microsoft.com/office/drawing/2014/main" id="{280D6242-586B-4726-BC93-86C917CE8E52}"/>
              </a:ext>
            </a:extLst>
          </p:cNvPr>
          <p:cNvSpPr/>
          <p:nvPr/>
        </p:nvSpPr>
        <p:spPr>
          <a:xfrm>
            <a:off x="6879772" y="1917013"/>
            <a:ext cx="1271451" cy="236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Server</a:t>
            </a:r>
            <a:endParaRPr lang="en-US" sz="1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56" y="2153057"/>
            <a:ext cx="61531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452BE8F3-0295-4B15-80B4-B2026225BC92}"/>
              </a:ext>
            </a:extLst>
          </p:cNvPr>
          <p:cNvSpPr txBox="1"/>
          <p:nvPr/>
        </p:nvSpPr>
        <p:spPr>
          <a:xfrm>
            <a:off x="2194540" y="668789"/>
            <a:ext cx="1914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Executed in </a:t>
            </a:r>
          </a:p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Transaction </a:t>
            </a:r>
            <a:r>
              <a:rPr lang="en-US" sz="2000" b="1" dirty="0" smtClean="0">
                <a:solidFill>
                  <a:srgbClr val="0000FF"/>
                </a:solidFill>
              </a:rPr>
              <a:t>T1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58240" y="661839"/>
            <a:ext cx="3796938" cy="21639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236009" y="1980600"/>
            <a:ext cx="399923" cy="25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452BE8F3-0295-4B15-80B4-B2026225BC92}"/>
              </a:ext>
            </a:extLst>
          </p:cNvPr>
          <p:cNvSpPr txBox="1"/>
          <p:nvPr/>
        </p:nvSpPr>
        <p:spPr>
          <a:xfrm>
            <a:off x="2626557" y="3393899"/>
            <a:ext cx="1914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Executed in </a:t>
            </a:r>
          </a:p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Transaction </a:t>
            </a:r>
            <a:r>
              <a:rPr lang="en-US" sz="2000" b="1" dirty="0" smtClean="0">
                <a:solidFill>
                  <a:srgbClr val="0000FF"/>
                </a:solidFill>
              </a:rPr>
              <a:t>T1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37" name="Rectangle: Rounded Corners 11">
            <a:extLst>
              <a:ext uri="{FF2B5EF4-FFF2-40B4-BE49-F238E27FC236}">
                <a16:creationId xmlns="" xmlns:a16="http://schemas.microsoft.com/office/drawing/2014/main" id="{5A1BEE6C-84E1-4224-B447-1AC8A888AAC0}"/>
              </a:ext>
            </a:extLst>
          </p:cNvPr>
          <p:cNvSpPr/>
          <p:nvPr/>
        </p:nvSpPr>
        <p:spPr>
          <a:xfrm>
            <a:off x="2437729" y="4320263"/>
            <a:ext cx="2909334" cy="7960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rgbClr val="7030A0"/>
                </a:solidFill>
              </a:rPr>
              <a:t>OrganizationServiceImpl</a:t>
            </a:r>
          </a:p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= Propagation.</a:t>
            </a:r>
            <a:r>
              <a:rPr lang="en-US" sz="900" b="1" i="1" dirty="0" smtClean="0">
                <a:solidFill>
                  <a:srgbClr val="0000FF"/>
                </a:solidFill>
              </a:rPr>
              <a:t>REQUIRED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>
                <a:solidFill>
                  <a:srgbClr val="FF0000"/>
                </a:solidFill>
              </a:rPr>
              <a:t>public</a:t>
            </a:r>
            <a:r>
              <a:rPr lang="en-US" sz="900" dirty="0">
                <a:solidFill>
                  <a:schemeClr val="tx1"/>
                </a:solidFill>
              </a:rPr>
              <a:t> void </a:t>
            </a:r>
            <a:r>
              <a:rPr lang="en-US" sz="900" b="1" dirty="0">
                <a:solidFill>
                  <a:srgbClr val="C00000"/>
                </a:solidFill>
              </a:rPr>
              <a:t>joinOrganization</a:t>
            </a:r>
            <a:r>
              <a:rPr lang="en-US" sz="900" dirty="0">
                <a:solidFill>
                  <a:schemeClr val="tx1"/>
                </a:solidFill>
              </a:rPr>
              <a:t>() {</a:t>
            </a:r>
          </a:p>
          <a:p>
            <a:r>
              <a:rPr lang="en-US" sz="9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8" name="Rectangle: Rounded Corners 14">
            <a:extLst>
              <a:ext uri="{FF2B5EF4-FFF2-40B4-BE49-F238E27FC236}">
                <a16:creationId xmlns="" xmlns:a16="http://schemas.microsoft.com/office/drawing/2014/main" id="{E25DC19F-6B3A-4545-BDB8-13C5481B9137}"/>
              </a:ext>
            </a:extLst>
          </p:cNvPr>
          <p:cNvSpPr/>
          <p:nvPr/>
        </p:nvSpPr>
        <p:spPr>
          <a:xfrm>
            <a:off x="2203269" y="4113057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Begin Transaction T1</a:t>
            </a:r>
            <a:endParaRPr lang="en-US" sz="900" dirty="0"/>
          </a:p>
        </p:txBody>
      </p:sp>
      <p:sp>
        <p:nvSpPr>
          <p:cNvPr id="39" name="Rectangle: Rounded Corners 14">
            <a:extLst>
              <a:ext uri="{FF2B5EF4-FFF2-40B4-BE49-F238E27FC236}">
                <a16:creationId xmlns="" xmlns:a16="http://schemas.microsoft.com/office/drawing/2014/main" id="{E25DC19F-6B3A-4545-BDB8-13C5481B9137}"/>
              </a:ext>
            </a:extLst>
          </p:cNvPr>
          <p:cNvSpPr/>
          <p:nvPr/>
        </p:nvSpPr>
        <p:spPr>
          <a:xfrm>
            <a:off x="2203269" y="5128829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End Transaction T1</a:t>
            </a:r>
            <a:endParaRPr lang="en-US" sz="900" dirty="0"/>
          </a:p>
        </p:txBody>
      </p:sp>
      <p:sp>
        <p:nvSpPr>
          <p:cNvPr id="40" name="Rounded Rectangle 39"/>
          <p:cNvSpPr/>
          <p:nvPr/>
        </p:nvSpPr>
        <p:spPr>
          <a:xfrm>
            <a:off x="1898469" y="3405171"/>
            <a:ext cx="3544388" cy="21639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37" idx="1"/>
          </p:cNvCxnSpPr>
          <p:nvPr/>
        </p:nvCxnSpPr>
        <p:spPr>
          <a:xfrm>
            <a:off x="2037806" y="4715692"/>
            <a:ext cx="399923" cy="25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442857" y="4730817"/>
            <a:ext cx="53055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11">
            <a:extLst>
              <a:ext uri="{FF2B5EF4-FFF2-40B4-BE49-F238E27FC236}">
                <a16:creationId xmlns="" xmlns:a16="http://schemas.microsoft.com/office/drawing/2014/main" id="{5A1BEE6C-84E1-4224-B447-1AC8A888AAC0}"/>
              </a:ext>
            </a:extLst>
          </p:cNvPr>
          <p:cNvSpPr/>
          <p:nvPr/>
        </p:nvSpPr>
        <p:spPr>
          <a:xfrm>
            <a:off x="1635932" y="1583881"/>
            <a:ext cx="3171199" cy="7960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rgbClr val="7030A0"/>
                </a:solidFill>
              </a:rPr>
              <a:t>EmployeeServiceImpl</a:t>
            </a:r>
          </a:p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</a:t>
            </a:r>
            <a:r>
              <a:rPr lang="en-US" sz="900" dirty="0">
                <a:solidFill>
                  <a:schemeClr val="tx1"/>
                </a:solidFill>
              </a:rPr>
              <a:t>= Propagation.</a:t>
            </a:r>
            <a:r>
              <a:rPr lang="en-US" sz="900" b="1" i="1" dirty="0">
                <a:solidFill>
                  <a:srgbClr val="0000FF"/>
                </a:solidFill>
              </a:rPr>
              <a:t>REQUIRES_NEW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 smtClean="0">
                <a:solidFill>
                  <a:srgbClr val="FF0000"/>
                </a:solidFill>
              </a:rPr>
              <a:t>public</a:t>
            </a:r>
            <a:r>
              <a:rPr lang="en-US" sz="900" dirty="0" smtClean="0">
                <a:solidFill>
                  <a:srgbClr val="FF0000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Employee </a:t>
            </a:r>
            <a:r>
              <a:rPr lang="en-US" sz="900" b="1" dirty="0" smtClean="0">
                <a:solidFill>
                  <a:srgbClr val="C00000"/>
                </a:solidFill>
              </a:rPr>
              <a:t>addEmployee</a:t>
            </a:r>
            <a:r>
              <a:rPr lang="en-US" sz="900" dirty="0" smtClean="0">
                <a:solidFill>
                  <a:schemeClr val="tx1"/>
                </a:solidFill>
              </a:rPr>
              <a:t>() </a:t>
            </a:r>
            <a:r>
              <a:rPr lang="en-US" sz="900" dirty="0">
                <a:solidFill>
                  <a:schemeClr val="tx1"/>
                </a:solidFill>
              </a:rPr>
              <a:t>{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}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29713" y="147784"/>
            <a:ext cx="5739136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PROPAGATION.</a:t>
            </a:r>
            <a:r>
              <a:rPr lang="en-US" sz="3400" i="1" u="sng" dirty="0" smtClean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REQUIRES_NEW</a:t>
            </a:r>
            <a:endParaRPr lang="en-US" sz="3400" b="0" i="1" u="sng" cap="none" spc="0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55695" y="3405171"/>
            <a:ext cx="3527642" cy="21639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1">
            <a:extLst>
              <a:ext uri="{FF2B5EF4-FFF2-40B4-BE49-F238E27FC236}">
                <a16:creationId xmlns="" xmlns:a16="http://schemas.microsoft.com/office/drawing/2014/main" id="{5A1BEE6C-84E1-4224-B447-1AC8A888AAC0}"/>
              </a:ext>
            </a:extLst>
          </p:cNvPr>
          <p:cNvSpPr/>
          <p:nvPr/>
        </p:nvSpPr>
        <p:spPr>
          <a:xfrm>
            <a:off x="5964701" y="4332806"/>
            <a:ext cx="3232160" cy="7960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rgbClr val="7030A0"/>
                </a:solidFill>
              </a:rPr>
              <a:t>EmployeeServiceImpl</a:t>
            </a:r>
          </a:p>
          <a:p>
            <a:r>
              <a:rPr lang="en-US" sz="900" b="1" dirty="0" smtClean="0">
                <a:solidFill>
                  <a:schemeClr val="bg2">
                    <a:lumMod val="75000"/>
                  </a:schemeClr>
                </a:solidFill>
              </a:rPr>
              <a:t>@Transactional</a:t>
            </a:r>
            <a:r>
              <a:rPr lang="en-US" sz="900" dirty="0" smtClean="0">
                <a:solidFill>
                  <a:schemeClr val="tx1"/>
                </a:solidFill>
              </a:rPr>
              <a:t>(propagation </a:t>
            </a:r>
            <a:r>
              <a:rPr lang="en-US" sz="900" dirty="0">
                <a:solidFill>
                  <a:schemeClr val="tx1"/>
                </a:solidFill>
              </a:rPr>
              <a:t>= </a:t>
            </a:r>
            <a:r>
              <a:rPr lang="en-US" sz="900" dirty="0" smtClean="0">
                <a:solidFill>
                  <a:schemeClr val="tx1"/>
                </a:solidFill>
              </a:rPr>
              <a:t>Propagation.</a:t>
            </a:r>
            <a:r>
              <a:rPr lang="en-US" sz="900" b="1" i="1" dirty="0" smtClean="0">
                <a:solidFill>
                  <a:srgbClr val="0000FF"/>
                </a:solidFill>
              </a:rPr>
              <a:t>REQUIRES_NEW</a:t>
            </a:r>
            <a:r>
              <a:rPr lang="en-US" sz="9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900" b="1" dirty="0" smtClean="0">
                <a:solidFill>
                  <a:srgbClr val="FF0000"/>
                </a:solidFill>
              </a:rPr>
              <a:t>public</a:t>
            </a:r>
            <a:r>
              <a:rPr lang="en-US" sz="900" dirty="0" smtClean="0">
                <a:solidFill>
                  <a:srgbClr val="FF0000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Employee </a:t>
            </a:r>
            <a:r>
              <a:rPr lang="en-US" sz="900" b="1" dirty="0" smtClean="0">
                <a:solidFill>
                  <a:srgbClr val="C00000"/>
                </a:solidFill>
              </a:rPr>
              <a:t>addEmployee</a:t>
            </a:r>
            <a:r>
              <a:rPr lang="en-US" sz="900" dirty="0" smtClean="0">
                <a:solidFill>
                  <a:schemeClr val="tx1"/>
                </a:solidFill>
              </a:rPr>
              <a:t>() </a:t>
            </a:r>
            <a:r>
              <a:rPr lang="en-US" sz="900" dirty="0">
                <a:solidFill>
                  <a:schemeClr val="tx1"/>
                </a:solidFill>
              </a:rPr>
              <a:t>{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}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52BE8F3-0295-4B15-80B4-B2026225BC92}"/>
              </a:ext>
            </a:extLst>
          </p:cNvPr>
          <p:cNvSpPr txBox="1"/>
          <p:nvPr/>
        </p:nvSpPr>
        <p:spPr>
          <a:xfrm>
            <a:off x="6562497" y="3473433"/>
            <a:ext cx="1914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Executed in </a:t>
            </a:r>
          </a:p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Transaction </a:t>
            </a:r>
            <a:r>
              <a:rPr lang="en-US" sz="2000" b="1" dirty="0" smtClean="0">
                <a:solidFill>
                  <a:srgbClr val="00B050"/>
                </a:solidFill>
              </a:rPr>
              <a:t>T2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9" name="Rectangle: Rounded Corners 14">
            <a:extLst>
              <a:ext uri="{FF2B5EF4-FFF2-40B4-BE49-F238E27FC236}">
                <a16:creationId xmlns="" xmlns:a16="http://schemas.microsoft.com/office/drawing/2014/main" id="{E25DC19F-6B3A-4545-BDB8-13C5481B9137}"/>
              </a:ext>
            </a:extLst>
          </p:cNvPr>
          <p:cNvSpPr/>
          <p:nvPr/>
        </p:nvSpPr>
        <p:spPr>
          <a:xfrm>
            <a:off x="1424147" y="1374164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Begin Transaction T1</a:t>
            </a:r>
            <a:endParaRPr lang="en-US" sz="900" dirty="0"/>
          </a:p>
        </p:txBody>
      </p:sp>
      <p:sp>
        <p:nvSpPr>
          <p:cNvPr id="20" name="Rectangle: Rounded Corners 14">
            <a:extLst>
              <a:ext uri="{FF2B5EF4-FFF2-40B4-BE49-F238E27FC236}">
                <a16:creationId xmlns="" xmlns:a16="http://schemas.microsoft.com/office/drawing/2014/main" id="{E25DC19F-6B3A-4545-BDB8-13C5481B9137}"/>
              </a:ext>
            </a:extLst>
          </p:cNvPr>
          <p:cNvSpPr/>
          <p:nvPr/>
        </p:nvSpPr>
        <p:spPr>
          <a:xfrm>
            <a:off x="1424147" y="2383029"/>
            <a:ext cx="1202410" cy="2122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End Transaction T1</a:t>
            </a:r>
            <a:endParaRPr lang="en-US" sz="900" dirty="0"/>
          </a:p>
        </p:txBody>
      </p:sp>
      <p:sp>
        <p:nvSpPr>
          <p:cNvPr id="21" name="Rectangle: Rounded Corners 14">
            <a:extLst>
              <a:ext uri="{FF2B5EF4-FFF2-40B4-BE49-F238E27FC236}">
                <a16:creationId xmlns="" xmlns:a16="http://schemas.microsoft.com/office/drawing/2014/main" id="{E25DC19F-6B3A-4545-BDB8-13C5481B9137}"/>
              </a:ext>
            </a:extLst>
          </p:cNvPr>
          <p:cNvSpPr/>
          <p:nvPr/>
        </p:nvSpPr>
        <p:spPr>
          <a:xfrm>
            <a:off x="5804873" y="4128556"/>
            <a:ext cx="1202410" cy="2122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Begin Transaction T2</a:t>
            </a:r>
            <a:endParaRPr lang="en-US" sz="900" dirty="0"/>
          </a:p>
        </p:txBody>
      </p:sp>
      <p:sp>
        <p:nvSpPr>
          <p:cNvPr id="22" name="Rectangle: Rounded Corners 14">
            <a:extLst>
              <a:ext uri="{FF2B5EF4-FFF2-40B4-BE49-F238E27FC236}">
                <a16:creationId xmlns="" xmlns:a16="http://schemas.microsoft.com/office/drawing/2014/main" id="{E25DC19F-6B3A-4545-BDB8-13C5481B9137}"/>
              </a:ext>
            </a:extLst>
          </p:cNvPr>
          <p:cNvSpPr/>
          <p:nvPr/>
        </p:nvSpPr>
        <p:spPr>
          <a:xfrm>
            <a:off x="5804873" y="5116286"/>
            <a:ext cx="1202410" cy="2122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End Transaction T2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1035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574</TotalTime>
  <Words>86</Words>
  <Application>Microsoft Office PowerPoint</Application>
  <PresentationFormat>Widescreen</PresentationFormat>
  <Paragraphs>43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Shabtay Shalem</dc:creator>
  <cp:lastModifiedBy>Shabtay Shalem</cp:lastModifiedBy>
  <cp:revision>35</cp:revision>
  <dcterms:created xsi:type="dcterms:W3CDTF">2022-12-18T23:38:50Z</dcterms:created>
  <dcterms:modified xsi:type="dcterms:W3CDTF">2023-01-15T23:03:28Z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9eea9c-5281-4377-b6bc-afc76db9d7b4_Enabled">
    <vt:lpwstr>true</vt:lpwstr>
  </property>
  <property fmtid="{D5CDD505-2E9C-101B-9397-08002B2CF9AE}" pid="3" name="MSIP_Label_229eea9c-5281-4377-b6bc-afc76db9d7b4_SetDate">
    <vt:lpwstr>2022-12-19T00:17:31Z</vt:lpwstr>
  </property>
  <property fmtid="{D5CDD505-2E9C-101B-9397-08002B2CF9AE}" pid="4" name="MSIP_Label_229eea9c-5281-4377-b6bc-afc76db9d7b4_Method">
    <vt:lpwstr>Privileged</vt:lpwstr>
  </property>
  <property fmtid="{D5CDD505-2E9C-101B-9397-08002B2CF9AE}" pid="5" name="MSIP_Label_229eea9c-5281-4377-b6bc-afc76db9d7b4_Name">
    <vt:lpwstr>229eea9c-5281-4377-b6bc-afc76db9d7b4</vt:lpwstr>
  </property>
  <property fmtid="{D5CDD505-2E9C-101B-9397-08002B2CF9AE}" pid="6" name="MSIP_Label_229eea9c-5281-4377-b6bc-afc76db9d7b4_SiteId">
    <vt:lpwstr>af73baa8-f594-4eb2-a39d-93e96cad61fc</vt:lpwstr>
  </property>
  <property fmtid="{D5CDD505-2E9C-101B-9397-08002B2CF9AE}" pid="7" name="MSIP_Label_229eea9c-5281-4377-b6bc-afc76db9d7b4_ActionId">
    <vt:lpwstr>e673a9c2-c64b-43fe-9c9e-166a0a0a65dc</vt:lpwstr>
  </property>
  <property fmtid="{D5CDD505-2E9C-101B-9397-08002B2CF9AE}" pid="8" name="MSIP_Label_229eea9c-5281-4377-b6bc-afc76db9d7b4_ContentBits">
    <vt:lpwstr>2</vt:lpwstr>
  </property>
</Properties>
</file>