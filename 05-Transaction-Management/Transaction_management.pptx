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31C619-659A-4F59-AC7E-E22840BCDA33}" v="9" dt="2022-12-19T00:02:55.6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20" d="100"/>
          <a:sy n="120" d="100"/>
        </p:scale>
        <p:origin x="198" y="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btay Shalem" userId="66e1f221-167e-42a1-ab35-ae7334e3b63f" providerId="ADAL" clId="{0531C619-659A-4F59-AC7E-E22840BCDA33}"/>
    <pc:docChg chg="custSel modMainMaster">
      <pc:chgData name="Shabtay Shalem" userId="66e1f221-167e-42a1-ab35-ae7334e3b63f" providerId="ADAL" clId="{0531C619-659A-4F59-AC7E-E22840BCDA33}" dt="2022-12-19T00:02:55.626" v="30"/>
      <pc:docMkLst>
        <pc:docMk/>
      </pc:docMkLst>
      <pc:sldMasterChg chg="addSp modSp mod">
        <pc:chgData name="Shabtay Shalem" userId="66e1f221-167e-42a1-ab35-ae7334e3b63f" providerId="ADAL" clId="{0531C619-659A-4F59-AC7E-E22840BCDA33}" dt="2022-12-19T00:02:55.626" v="30"/>
        <pc:sldMasterMkLst>
          <pc:docMk/>
          <pc:sldMasterMk cId="1164929714" sldId="2147483648"/>
        </pc:sldMasterMkLst>
        <pc:spChg chg="add mod ord modVis">
          <ac:chgData name="Shabtay Shalem" userId="66e1f221-167e-42a1-ab35-ae7334e3b63f" providerId="ADAL" clId="{0531C619-659A-4F59-AC7E-E22840BCDA33}" dt="2022-12-19T00:02:55.626" v="30"/>
          <ac:spMkLst>
            <pc:docMk/>
            <pc:sldMasterMk cId="1164929714" sldId="2147483648"/>
            <ac:spMk id="7" creationId="{301E2244-036C-431A-A644-1C4D02F8E5C7}"/>
          </ac:spMkLst>
        </pc:sp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86473-48FF-48D2-BE87-8E6EF1DE5C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E5E0FE-6852-4CAB-B62E-982090E13B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D77F6-FA2D-48AC-A2E1-97A3C253D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C71EF-5AB6-482F-82DD-661F92C0E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588E1-4B96-4D36-ABFE-54B521327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26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0529E-423B-4047-9641-A0394321E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E3BE1-1952-422C-8C38-09A610ED50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4F9D89-0318-45AB-8EF4-E4DBA4A04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C2FA9B-8333-4AC8-B604-6DA7FF617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F7D1F3-52D2-4029-B862-10440113C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4799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45855-39EF-47A0-A504-C639015C3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8B8D24-F025-4281-B9EF-271FEE07FB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167402-33D3-402F-9A4F-0CC943C3D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406ADB-3CD4-4A9F-8E63-00F73D91C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F6385E-3E04-47C6-9AF2-E7AB2D906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4533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6CCC0B-9F72-4E67-83AA-7B36B1965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B63006-8859-4E31-9A7B-732066FD28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54DF68-216B-42C3-9256-63ADC1AA0F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8CB3C2-36F1-4E0E-87E4-722E0A2B8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12/19/2022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A426AA-98E5-4C32-BD26-67433988A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F93DAC-53DB-48BB-8C16-553726965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9533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ED9B5-95EB-42C7-9485-646F75953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3D3E70-C817-4747-B196-2EE7F616E5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E43232-D7AE-4CEA-B0CD-A62351B134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BF8678-D57B-4B16-AA25-CD85B19E1B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CBE630-179A-4327-878B-3847467281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32529C-12B5-4D3A-A59C-5829E7D42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12/19/2022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0F80FF-DCE0-4C7C-8044-57BFC37C5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F2F391-E1E7-4833-9AFF-E9A7A6123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519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0F39E-D600-4EF7-8592-B5B8CA1FB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CB6ADA-F787-43FE-AC74-6E61D078A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12/19/2022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DD119A-D885-4E6D-A0EF-6EA781CCF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921555-C8FE-4D6F-9562-9BF9FC738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41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3558C2-1A82-4EF4-8BAA-764708819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12/19/2022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F012A8-7436-429E-8F24-73C22C8E0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8E85BE-B27C-485C-B2B0-085F09F73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342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B7628-37D5-483E-BF2D-227BF43C7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4EEEF-9654-4C68-98D6-223555EE59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DA8380-51B0-4F28-85FC-067FB8CF17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3A1E1A-A745-4419-94DF-F1664473D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12/19/2022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7AF249-9AA1-4A7B-ABEC-1DA340BA4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A5C071-8445-4D81-8E03-FE52BB467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3563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1C17-470B-42F4-9A17-35826AA08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5AFDA6-55BA-4CCC-A3D1-0D28903D9F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A2F931-34E2-4203-BC74-DBEDFA5F7D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AC29A3-3865-4E50-8B48-16A0F74C0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12/19/2022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C00C21-8A04-424A-8FA8-1ECDEB8CD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2CD0FE-C8F0-4EAA-94BC-6E82306B6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840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4BF2C-5868-4FE8-A0A8-0C99FC85D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8961FA-067D-4E13-AEE4-DEB564415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A3B194-BC00-4F26-B44D-AE804D4EE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DF11C2-1180-4F31-81D4-FA146263D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B629C9-776A-494E-89FD-1C76FE331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907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D0F334-FD00-46CD-A061-98BDFB571F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EBB3B4-1969-4250-84C3-4B5990EF68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F33DF-0039-4597-9B92-BE74F88DB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0471C-15C6-430F-A1D2-F5E2439A92BD}" type="datetimeFigureOut">
              <a:rPr lang="en-US" smtClean="0"/>
              <a:t>12/19/2022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961BE-F2FE-448E-9C62-B734E083C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7319AA-624B-41FF-A3D7-333FA6DA8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365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0A7DD8-7706-4514-90E2-C24E40A94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81306D-1561-42BE-A13B-EA5C01B087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FBF928-F762-45BA-8F1B-7BF281188E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F0471C-15C6-430F-A1D2-F5E2439A92BD}" type="datetimeFigureOut">
              <a:rPr lang="en-US" smtClean="0"/>
              <a:t>12/19/2022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E2224F-E8B6-4AA6-A581-266221933E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D3250F-2726-4163-8DC1-97CCB3BC9E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5D2F4E-554E-4B5B-B2B5-78CBA8795BAC}" type="slidenum">
              <a:rPr lang="en-US" smtClean="0"/>
              <a:t>‹#›</a:t>
            </a:fld>
            <a:endParaRPr lang="en-US"/>
          </a:p>
        </p:txBody>
      </p:sp>
      <p:sp>
        <p:nvSpPr>
          <p:cNvPr id="7" name="MSIPCMContentMarking" descr="{&quot;HashCode&quot;:1596673254,&quot;Placement&quot;:&quot;Footer&quot;,&quot;Top&quot;:524.1047,&quot;Left&quot;:923.827,&quot;SlideWidth&quot;:960,&quot;SlideHeight&quot;:540}">
            <a:extLst>
              <a:ext uri="{FF2B5EF4-FFF2-40B4-BE49-F238E27FC236}">
                <a16:creationId xmlns:a16="http://schemas.microsoft.com/office/drawing/2014/main" id="{301E2244-036C-431A-A644-1C4D02F8E5C7}"/>
              </a:ext>
            </a:extLst>
          </p:cNvPr>
          <p:cNvSpPr txBox="1"/>
          <p:nvPr userDrawn="1"/>
        </p:nvSpPr>
        <p:spPr>
          <a:xfrm>
            <a:off x="11732603" y="6656129"/>
            <a:ext cx="459397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11649297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80D6242-586B-4726-BC93-86C917CE8E52}"/>
              </a:ext>
            </a:extLst>
          </p:cNvPr>
          <p:cNvSpPr/>
          <p:nvPr/>
        </p:nvSpPr>
        <p:spPr>
          <a:xfrm>
            <a:off x="1123855" y="1827753"/>
            <a:ext cx="1968560" cy="9977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TransactionManagement Controller</a:t>
            </a:r>
          </a:p>
          <a:p>
            <a:pPr algn="ctr"/>
            <a:r>
              <a:rPr lang="en-US" sz="1000" dirty="0"/>
              <a:t>joinOrganization()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AFD95DB-EE82-4014-8431-753B408C671F}"/>
              </a:ext>
            </a:extLst>
          </p:cNvPr>
          <p:cNvSpPr/>
          <p:nvPr/>
        </p:nvSpPr>
        <p:spPr>
          <a:xfrm>
            <a:off x="3945989" y="1827753"/>
            <a:ext cx="3348969" cy="997771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u="sng" dirty="0"/>
              <a:t>OrganizationService</a:t>
            </a:r>
          </a:p>
          <a:p>
            <a:r>
              <a:rPr lang="en-US" sz="1100" dirty="0"/>
              <a:t>joinOrganization() {</a:t>
            </a:r>
          </a:p>
          <a:p>
            <a:r>
              <a:rPr lang="en-US" sz="900" dirty="0"/>
              <a:t>       employeeService.addEmployee();</a:t>
            </a:r>
          </a:p>
          <a:p>
            <a:r>
              <a:rPr lang="en-US" sz="900" dirty="0"/>
              <a:t>       healthInsuranceService.registerEmployeeHealthInsurance()</a:t>
            </a:r>
          </a:p>
          <a:p>
            <a:r>
              <a:rPr lang="en-US" sz="1300" dirty="0"/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A1BEE6C-84E1-4224-B447-1AC8A888AAC0}"/>
              </a:ext>
            </a:extLst>
          </p:cNvPr>
          <p:cNvSpPr/>
          <p:nvPr/>
        </p:nvSpPr>
        <p:spPr>
          <a:xfrm>
            <a:off x="9355523" y="571245"/>
            <a:ext cx="1784682" cy="637672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EmployeeService</a:t>
            </a:r>
          </a:p>
          <a:p>
            <a:pPr algn="ctr"/>
            <a:endParaRPr lang="en-US" sz="1100" dirty="0"/>
          </a:p>
          <a:p>
            <a:pPr algn="ctr"/>
            <a:endParaRPr lang="en-US" sz="11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39141B1-20FA-423F-B75B-5471535624C8}"/>
              </a:ext>
            </a:extLst>
          </p:cNvPr>
          <p:cNvSpPr/>
          <p:nvPr/>
        </p:nvSpPr>
        <p:spPr>
          <a:xfrm>
            <a:off x="9457301" y="864012"/>
            <a:ext cx="1605243" cy="304800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EmployeeRepository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CE814C-51C2-45D8-9AA1-5DF8C38665AD}"/>
              </a:ext>
            </a:extLst>
          </p:cNvPr>
          <p:cNvSpPr/>
          <p:nvPr/>
        </p:nvSpPr>
        <p:spPr>
          <a:xfrm>
            <a:off x="9277862" y="3645011"/>
            <a:ext cx="1784682" cy="637672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HealthInsuranceService</a:t>
            </a:r>
          </a:p>
          <a:p>
            <a:pPr algn="ctr"/>
            <a:endParaRPr lang="en-US" sz="1100" dirty="0"/>
          </a:p>
          <a:p>
            <a:pPr algn="ctr"/>
            <a:endParaRPr lang="en-US" sz="11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25DC19F-6B3A-4545-BDB8-13C5481B9137}"/>
              </a:ext>
            </a:extLst>
          </p:cNvPr>
          <p:cNvSpPr/>
          <p:nvPr/>
        </p:nvSpPr>
        <p:spPr>
          <a:xfrm>
            <a:off x="9379641" y="3937778"/>
            <a:ext cx="1605243" cy="304800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HealthInsuranceRepository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A11DF66-EB94-42A7-A712-9922433548FE}"/>
              </a:ext>
            </a:extLst>
          </p:cNvPr>
          <p:cNvCxnSpPr>
            <a:stCxn id="11" idx="3"/>
            <a:endCxn id="12" idx="1"/>
          </p:cNvCxnSpPr>
          <p:nvPr/>
        </p:nvCxnSpPr>
        <p:spPr>
          <a:xfrm flipV="1">
            <a:off x="7294958" y="890081"/>
            <a:ext cx="2060565" cy="1436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ADF6F6C-444B-4360-9821-C523FAFE1E57}"/>
              </a:ext>
            </a:extLst>
          </p:cNvPr>
          <p:cNvSpPr txBox="1"/>
          <p:nvPr/>
        </p:nvSpPr>
        <p:spPr>
          <a:xfrm rot="19474625">
            <a:off x="7719651" y="1341780"/>
            <a:ext cx="12111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</a:rPr>
              <a:t>addEmployee()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B1F8E18-9264-4C4C-A388-691903EE6285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>
            <a:off x="7294958" y="2326639"/>
            <a:ext cx="1982904" cy="163720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EBEDE39-1CAE-42E5-98DB-1687FB9FF878}"/>
              </a:ext>
            </a:extLst>
          </p:cNvPr>
          <p:cNvCxnSpPr/>
          <p:nvPr/>
        </p:nvCxnSpPr>
        <p:spPr>
          <a:xfrm flipV="1">
            <a:off x="7294960" y="890081"/>
            <a:ext cx="2060563" cy="14365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0DE93DA-4E5B-4155-9045-9C20A40BBD7D}"/>
              </a:ext>
            </a:extLst>
          </p:cNvPr>
          <p:cNvSpPr txBox="1"/>
          <p:nvPr/>
        </p:nvSpPr>
        <p:spPr>
          <a:xfrm rot="2424475">
            <a:off x="7269731" y="3085067"/>
            <a:ext cx="2512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registerEmployeeHealthInsurance()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8CA6A16-C24E-403F-92DA-24201808389D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106693" y="2326639"/>
            <a:ext cx="83929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AF07EEB-8486-4019-9959-3F0CBF0C6A66}"/>
              </a:ext>
            </a:extLst>
          </p:cNvPr>
          <p:cNvCxnSpPr>
            <a:cxnSpLocks/>
          </p:cNvCxnSpPr>
          <p:nvPr/>
        </p:nvCxnSpPr>
        <p:spPr>
          <a:xfrm>
            <a:off x="284559" y="2326639"/>
            <a:ext cx="83929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52BE8F3-0295-4B15-80B4-B2026225BC92}"/>
              </a:ext>
            </a:extLst>
          </p:cNvPr>
          <p:cNvSpPr txBox="1"/>
          <p:nvPr/>
        </p:nvSpPr>
        <p:spPr>
          <a:xfrm>
            <a:off x="221029" y="1864973"/>
            <a:ext cx="12111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</a:rPr>
              <a:t>HTTP Get Request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09971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30</Words>
  <Application>Microsoft Office PowerPoint</Application>
  <PresentationFormat>Widescreen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Shabtay Shalem</dc:creator>
  <cp:lastModifiedBy>Shabtay Shalem</cp:lastModifiedBy>
  <cp:revision>7</cp:revision>
  <dcterms:created xsi:type="dcterms:W3CDTF">2022-12-18T23:38:50Z</dcterms:created>
  <dcterms:modified xsi:type="dcterms:W3CDTF">2022-12-19T00:17:31Z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29eea9c-5281-4377-b6bc-afc76db9d7b4_Enabled">
    <vt:lpwstr>true</vt:lpwstr>
  </property>
  <property fmtid="{D5CDD505-2E9C-101B-9397-08002B2CF9AE}" pid="3" name="MSIP_Label_229eea9c-5281-4377-b6bc-afc76db9d7b4_SetDate">
    <vt:lpwstr>2022-12-19T00:17:31Z</vt:lpwstr>
  </property>
  <property fmtid="{D5CDD505-2E9C-101B-9397-08002B2CF9AE}" pid="4" name="MSIP_Label_229eea9c-5281-4377-b6bc-afc76db9d7b4_Method">
    <vt:lpwstr>Privileged</vt:lpwstr>
  </property>
  <property fmtid="{D5CDD505-2E9C-101B-9397-08002B2CF9AE}" pid="5" name="MSIP_Label_229eea9c-5281-4377-b6bc-afc76db9d7b4_Name">
    <vt:lpwstr>229eea9c-5281-4377-b6bc-afc76db9d7b4</vt:lpwstr>
  </property>
  <property fmtid="{D5CDD505-2E9C-101B-9397-08002B2CF9AE}" pid="6" name="MSIP_Label_229eea9c-5281-4377-b6bc-afc76db9d7b4_SiteId">
    <vt:lpwstr>af73baa8-f594-4eb2-a39d-93e96cad61fc</vt:lpwstr>
  </property>
  <property fmtid="{D5CDD505-2E9C-101B-9397-08002B2CF9AE}" pid="7" name="MSIP_Label_229eea9c-5281-4377-b6bc-afc76db9d7b4_ActionId">
    <vt:lpwstr>e673a9c2-c64b-43fe-9c9e-166a0a0a65dc</vt:lpwstr>
  </property>
  <property fmtid="{D5CDD505-2E9C-101B-9397-08002B2CF9AE}" pid="8" name="MSIP_Label_229eea9c-5281-4377-b6bc-afc76db9d7b4_ContentBits">
    <vt:lpwstr>2</vt:lpwstr>
  </property>
</Properties>
</file>